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Enquanto a plateia senta: deixe o terminal já aberto com o doctor rodado e verde. Abra dizendo o que a sessão NÃO é: não é sobre um agente escrever código — todo mundo já viu isso. É sobre colocar VÁRIOS agentes para trabalhar ao mesmo tempo sem que eles briguem, e sobre quem decide se o que eles fizeram presta.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PREENCHA ESTE SLIDE ANTES. Trinta segundos, no máximo um minuto. Diga uma coisa que te dá credibilidade para falar disso — não o currículo inteiro. Emende direto na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agenda item por item — aponte e resuma em vinte segundos. Destaque só isto: metade do tempo é demo ao vivo, e a parte dos achados é o que você não encontra em nenhum blog post. Prometa isso; depois entregue.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desarma a expectativa. Boa parte da plateia já usa Copilot ou Claude Code. Se você prometer 'agente que escreve código', perde a sala. Diga em voz alta: o gargalo não é mais escrever código — é decidir o que escrever, coordenar quem escreve o quê, e verificar. Essas três coisas são engenharia, não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Vá devagar aqui — é a fundação da palestra. Peça um levantar de mãos: quem já teve dois PRs conflitando por descuido de coordenação humana? Agora imagine isso automatizado, cinco vezes, sem ninguém olhando. Fecha com a frase do painel: a solução é restrição, não inteligência.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os nove blocos em ~90 segundos, apontando. Não detalhe ainda — cada demo vai abrir um deles. O que precisa ficar: os dois portões amarelos. Diga: 'a fábrica é autônoma no meio, e amarrada nas pontas — é exatamente aí que ela se torna utilizável numa empresa de verdade'.</a:t>
            </a:r>
          </a:p>
          <a:p/>
          <a:p>
            <a:r>
              <a:t>Os dois últimos blocos são níveis diferentes de pull request, e a distinção vai voltar no achado 8: os PRs por item apontam para o branch de integração e servem para LER uma mudança de cada vez; o PR de entrega vai do branch de integração para main e é a única coisa que propõe mexer no que o time entrega. Se alguém perguntar por que dois, a resposta curta é: 'revisar em pedaços, decidir de uma vez'.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— 60 segundos. A plateia quer ver funcionando, não ouvir lista de tecnologia. Destaque só dois pontos: 'sem nenhuma chave de API' (Entra ID de ponta a ponta) e 'o Copilot vira um AIAgent como qualquer outro' — é isso que permite compor tudo no mesmo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 é a separação de papéis. Seis agentes pensam, um escreve. Se um agente de análise 'quiser' editar um arquivo, ele devolve um finding estruturado — não edita. Isso é o que torna a coisa auditável: você sabe exatamente quem tocou no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da palestra depois do próximo. Frase para repetir: 'o modelo produz, o programa verifica'. Se sobrar só uma ideia na cabeça da plateia, que seja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frase para repetir. Explique o custo concreto: dois agentes, dois worktrees, o mesmo arquivo — dois PRs que conflitam, e você trocou paralelismo por resolução de conflito. O detalhe que impressiona: é um modelo que propõe o plano, mas é um PROGRAMA que decide se ele pode rodar. Se o validador reprova, o plano volta para o arquiteto com o código do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é onde a plateia corporativa acorda. A pergunta que todo tech lead faz é 'como eu faço ele seguir o NOSSO padrão?'. A resposta: não é fine-tuning, não é prompt secreto — é arquivo no repositório, que passa por code review como qualquer outro. Mostre o comando 'copilot skill list' ao vivo se sobrar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embaixo é a prova: o revisor automatizado não diz 'achei feio'. Ele cita SEC-004, arquivo, linha, e a correção concreta. Diga: um revisor que não sabe nomear a regra que está aplicando está expressando gosto — e gosto não pode bloquear um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as pessoas fotografam. A transcrição de exemplo foi escrita de propósito com as patologias de uma reunião real: um requisito que ninguém quantificou, uma divergência sem resolução, um 'obviamente' que não é óbvio, e uma decisão tomada por quem chegou atrasado. Se o agente acertar ao vivo, pare e deixe a plateia ler. Se errar, também pare — e explique que é exatamente por isso que existe aprovação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pergunta ruim é pior que nenhuma pergunta: consome atenção e não melhora a decisão. O critério que uso: a pergunta só existe se (a) muda o PLANO, (b) não dá para responder lendo o repositório, e (c) escolher errado é caro de desfazer. Falhou em qualquer um dos três? O agente decide e registra como suposição, para o humano contestar na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Adiante um dos achados aqui — ele encaixa perfeitamente. Eu pedi ao crítico, no prompt, para aprovar quando o plano estivesse bom. Ele nunca aprovou. A lição não é 'melhore o prompt': é que você não pode dar poder de veto a algo que não sabe parar de opinar. Validador é portão, crítico é conselho.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PREPARE-SE para isso acontecer. Na minha execução de validação, o gate reprovou duas vezes antes de aprovar. Se acontecer, use o roteiro: 'repararam? o agente disse que terminou, o compilador discordou, e o diagnóstico volta para ele'. Isso vende a ideia melhor do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obrigatório para plateia corporativa — é a primeira pergunta do time de segurança. O ponto central: não é que a gente PEÇA ao agente para não dar push. A política de permissões do Copilot SDK IMPEDE, e negação vence aprovação automática. Isso é diferente de instrução em prompt, e a diferença importa numa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importante. Diga: 'a partir daqui eu paro de te vender a solução e começo a te contar o que deu errado'. Plateia técnica confia muito mais em quem mostra as cicatrizes. Estes oito achados custaram horas cada um. E o oitavo é consequência direta da correção do sétimo.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a tese da palestra em quatro linhas. Se alguém for embora depois disso, levou o essencial: construir uma fábrica de agentes é 20% prompt e 80% engenharia de integração e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prático — a plateia está esperando por ele. Enfatize o passo 2: se o CI de vocês hoje não reprova um PR humano mal formatado, automatizar agente é prematuro. O gate é pré-requisito, não consequência.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Cada item aqui é uma conversa que você vai ter com segurança, com compliance, ou com o seu diretor. Ter a resposta pronta é o que faz o projeto ser aprovado.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 por falta de tempo — corte outro. Ele é o que separa a sua palestra das outras vinte sobre IA no evento. Plateia técnica perdoa limitação declarada e desconfia de solução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frases, trinta segundos. Diga devagar e faça pausa entre elas. Depois passe direto para o slide de perguntas — não encerre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este slide no telão durante todas as perguntas — o link fica visível. PERGUNTAS QUE VÃO VIR, e as respostas curtas:</a:t>
            </a:r>
          </a:p>
          <a:p/>
          <a:p>
            <a:r>
              <a:t>• 'Quanto custa?' — Medi tempo, não dinheiro; uma execução de 40 min usa 6 agentes. Seja honesto que não mediu.</a:t>
            </a:r>
          </a:p>
          <a:p>
            <a:r>
              <a:t>• 'Funciona em legado?' — Validei greenfield e mudanças pequenas. Em legado o intake lê o repositório primeiro, mas não testei em escala.</a:t>
            </a:r>
          </a:p>
          <a:p>
            <a:r>
              <a:t>• 'Substitui desenvolvedor?' — Não. Move o trabalho de escrever para especificar e revisar. E o merge continua humano.</a:t>
            </a:r>
          </a:p>
          <a:p>
            <a:r>
              <a:t>• 'Por que não CrewAI/AutoGen/LangGraph?' — A escolha aqui foi .NET + Agent Framework porque era o contexto; o desenho (gate determinístico, regra de conflito, worktree) é independente de framework.</a:t>
            </a:r>
          </a:p>
          <a:p>
            <a:r>
              <a:t>• 'E se o agente fizer besteira?' — A política de permissões impede push, PR e comandos de infraestrutura. E nada entra sem merge humano.</a:t>
            </a:r>
          </a:p>
          <a:p>
            <a:r>
              <a:t>• 'Posso usar no meu trabalho?' — MIT, está tudo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terminal na raiz do repositório da fábrica (E:\source\repos\TDCSP2026):</a:t>
            </a:r>
          </a:p>
          <a:p/>
          <a:p>
            <a:r>
              <a:t>dotnet run --project src/AgentSquad.Cli -- doctor --probe-models</a:t>
            </a:r>
          </a:p>
          <a:p/>
          <a:p>
            <a:r>
              <a:t>Leva ~40 s, quase tudo esperando o gpt-5.5 — que é o ponto: é chamada real a cada modelo, não checagem de configuração.</a:t>
            </a:r>
          </a:p>
          <a:p/>
          <a:p>
            <a:r>
              <a:t>ANTES DE SUBIR AO PALCO: rode uma vez "dotnet build AgentSquad.slnx -c Release" e depois acrescente "-c Release --no-build" a TODOS os comandos das demos. Sem isso você espera compilação na frente da plateia.</a:t>
            </a:r>
          </a:p>
          <a:p/>
          <a:p>
            <a:r>
              <a:t>Se quiser provar também o Copilot (24 s, isolado de propósito):</a:t>
            </a:r>
          </a:p>
          <a:p>
            <a:r>
              <a:t>dotnet run --project src/AgentSquad.Cli -- doctor --probe-copilot</a:t>
            </a:r>
          </a:p>
          <a:p/>
          <a:p>
            <a:r>
              <a:t>O que apontar: cada falha traz o comando que corrige, não "algo deu errado". Repare nos 37 s do gpt-5.5 — modelo de raciocínio tem custo de latência, e isso volta no achado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dotnet run --project src/AgentSquad.Cli -- run `</a:t>
            </a:r>
          </a:p>
          <a:p>
            <a:r>
              <a:t>  --transcript samples/meeting-transcripts/kickoff-catalogo.md `</a:t>
            </a:r>
          </a:p>
          <a:p>
            <a:r>
              <a:t>  --repo squad-demo-catalogo --plan-only</a:t>
            </a:r>
          </a:p>
          <a:p/>
          <a:p>
            <a:r>
              <a:t>--plan-only para depois do plano e NÃO escreve nada no GitHub. Pode repetir quantas vezes quiser, inclusive se algo der errado no palco. É a demo mais segura da apresentação.</a:t>
            </a:r>
          </a:p>
          <a:p/>
          <a:p>
            <a:r>
              <a:t>Enquanto o agente lê a transcrição (~60 s), conte como o arquivo foi escrito: um requisito que ninguém quantificou, uma divergência que ficou sem resolução, um "obviamente" que não é óbvio, um escopo que cresceu no meio da conversa.</a:t>
            </a:r>
          </a:p>
          <a:p/>
          <a:p>
            <a:r>
              <a:t>O teste de fogo: o agente lista o p95 como PENDÊNCIA ou registra como requisito? O gabarito está no fim do próprio arquivo da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esta é a execução de verdade: escreve issues, branches e pull requests no GitHub.</a:t>
            </a:r>
          </a:p>
          <a:p/>
          <a:p>
            <a:r>
              <a:t>dotnet run --project src/AgentSquad.Cli -- run `</a:t>
            </a:r>
          </a:p>
          <a:p>
            <a:r>
              <a:t>  --request "Preciso de uma API REST de catálogo de produtos em .NET: busca paginada por nome, filtro por categoria e faixa de preço, com testes de integração." `</a:t>
            </a:r>
          </a:p>
          <a:p>
            <a:r>
              <a:t>  --repo squad-demo-catalogo --parallel 3</a:t>
            </a:r>
          </a:p>
          <a:p/>
          <a:p>
            <a:r>
              <a:t>SEM --plan-only (você quer que escreva) e SEM --unattended (você quer mostrar a aprovação humana do plano).</a:t>
            </a:r>
          </a:p>
          <a:p/>
          <a:p>
            <a:r>
              <a:t>Com a interface web e o dashboard do Aspire, em outro terminal:</a:t>
            </a:r>
          </a:p>
          <a:p>
            <a:r>
              <a:t>dotnet run --project src/AgentSquad.AppHost</a:t>
            </a:r>
          </a:p>
          <a:p/>
          <a:p>
            <a:r>
              <a:t>Tempos: intake ~40 s · requisitos ~90 s · planejamento 4 a 6 min · agentes 3 a 20 min por onda. Você NÃO vai esperar em silêncio — o roteiro tem o que falar em cada espera.</a:t>
            </a:r>
          </a:p>
          <a:p/>
          <a:p>
            <a:r>
              <a:t>Se o gate reprovar, COMEMORE e pare para mostrar o diagnóstico voltando para 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gh pr list --repo magoolation/squad-demo-catalogo</a:t>
            </a:r>
          </a:p>
          <a:p/>
          <a:p>
            <a:r>
              <a:t>Para abrir um no navegador direto do terminal:</a:t>
            </a:r>
          </a:p>
          <a:p>
            <a:r>
              <a:t>gh pr view &lt;numero&gt; --repo magoolation/squad-demo-catalogo --web</a:t>
            </a:r>
          </a:p>
          <a:p/>
          <a:p>
            <a:r>
              <a:t>Ordem: abra primeiro um PR de ITEM (tabela do gate, apontamento citando TST-004 com arquivo:linha, bloco de procedência). Depois o PR de ENTREGA, o que vai de agent/run-... para main: o que entrou, o que NÃO entrou, e a última linha, "O merge é seu."</a:t>
            </a:r>
          </a:p>
          <a:p/>
          <a:p>
            <a:r>
              <a:t>Explique os dois níveis ANTES que alguém pergunte: os PRs por item apontam para o branch de integração e servem para ler uma mudança de cada vez; o de entrega é a única coisa que propõe mexer no main. Alguns PRs de item aparecem como MERGED — o GitHub faz isso sozinho quando os commits viram alcançáveis pela base. Emende no achado 8.</a:t>
            </a:r>
          </a:p>
          <a:p/>
          <a:p>
            <a:r>
              <a:t>Em uma frase: "revisar em pedaços, decidir de uma vez".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TDC SÃO PAULO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Agent Squad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E6EDF3"/>
                </a:solidFill>
                <a:latin typeface="Segoe UI"/>
              </a:rPr>
              <a:t>Uma fábrica de software autônoma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Da transcrição de uma reunião ao pull request — com agentes em paralelo, e um humano decidindo o que importa.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029200"/>
            <a:ext cx="996696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.NET 10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Agent Framework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Foundry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GitHub Copilot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Alexandre Costa  ·  github.com/magoolation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Quem está falando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47672"/>
            <a:ext cx="2834640" cy="2834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[ sua foto aqui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1993392"/>
            <a:ext cx="74368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Alexandre Costa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[SEU CARGO] · [SUA EMPRESA]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999232"/>
            <a:ext cx="74368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[Duas ou três linhas sobre você: anos de experiência, no que trabalha hoje, o que te levou a construir isto. Mantenha curto — a plateia quer o conteúdo, e você tem uma hora.]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325112"/>
            <a:ext cx="192938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github.com/magoolation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4325112"/>
            <a:ext cx="138531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C8CFF"/>
                </a:solidFill>
                <a:latin typeface="Segoe UI"/>
              </a:rPr>
              <a:t>[@seu-linkedin]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432511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198A1"/>
                </a:solidFill>
                <a:latin typeface="Segoe UI"/>
              </a:rPr>
              <a:t>[@seu-x]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Tudo que você vai ver hoje é código aberto: </a:t>
            </a:r>
            <a:r>
              <a:rPr sz="1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hora, quatro demos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5623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 problema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que paralelizar agentes é diferente de usar um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19019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A fábrica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Pipeline, arquitetura, e as duas decisões que sustentam tudo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25603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72968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91256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Personalização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As regras da sua empresa como arquivo versionado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49624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Demos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Pré-requisitos · reunião → requisitos · agentes em paralelo · PRs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38770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16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97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50799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Os achados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O que quebrou de verdade, e o que cada quebra ensinou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453542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16636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Na sua empresa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onde começar, e o que não negociar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51937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2472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Perguntas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8615" y="58521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promessa é velha. O problema,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D29922"/>
                </a:solidFill>
                <a:latin typeface="Segoe UI"/>
              </a:rPr>
              <a:t>O que já sabemos fazer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E6EDF3"/>
                </a:solidFill>
                <a:latin typeface="Segoe UI"/>
              </a:rPr>
              <a:t>Um agente escreve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Você pede, ele implementa, você revisa. Funciona, é útil, e já é rotina para muita gente nesta sala.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 gargalo deixou de ser escrever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O que ainda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Cinco agentes ao mesmo tempo.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Quem decide o que cada um faz? Como eles não se atropelam? Quem diz se o resultado presta — e quem é responsável quando não presta?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É aí que a coisa deixa de ser sobre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2300" b="0">
                <a:solidFill>
                  <a:srgbClr val="9198A1"/>
                </a:solidFill>
                <a:latin typeface="Segoe UI"/>
              </a:rPr>
              <a:t>O problema não é a inteligência do agente. É a </a:t>
            </a:r>
            <a:r>
              <a:rPr sz="2300" b="1">
                <a:solidFill>
                  <a:srgbClr val="FFFFFF"/>
                </a:solidFill>
                <a:latin typeface="Segoe UI"/>
              </a:rPr>
              <a:t>engenharia em volta dele</a:t>
            </a:r>
            <a:r>
              <a:rPr sz="2300" b="0">
                <a:solidFill>
                  <a:srgbClr val="9198A1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que dois agentes são muito mais que o dobro de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Conflito. </a:t>
            </a:r>
            <a:r>
              <a:rPr sz="1900" b="0">
                <a:solidFill>
                  <a:srgbClr val="9198A1"/>
                </a:solidFill>
                <a:latin typeface="Segoe UI"/>
              </a:rPr>
              <a:t>Dois agentes editando OrderService.cs ao mesmo tempo produzem dois PRs que conflitam. O paralelismo que você comprou vira retrabalho.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Dependência.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da API precisa do modelo de domínio que o outro ainda está escrevendo. Ordem importa, e ninguém a declarou.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Verificação.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diz que terminou. E daí? Quem verifica, e com que autoridade?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Escopo.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agente que 'aproveita e arruma' um arquivo vizinho quebra o PR de outro.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Responsabilidade. </a:t>
            </a:r>
            <a:r>
              <a:rPr sz="1900" b="0">
                <a:solidFill>
                  <a:srgbClr val="9198A1"/>
                </a:solidFill>
                <a:latin typeface="Segoe UI"/>
              </a:rPr>
              <a:t>Cinco PRs abertos por robôs. Quem responde pelo que entrou em produção?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663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Nenhum desses problemas se resolve com um modelo melhor. </a:t>
            </a:r>
            <a:r>
              <a:rPr sz="2000" b="1">
                <a:solidFill>
                  <a:srgbClr val="58A6FF"/>
                </a:solidFill>
                <a:latin typeface="Segoe UI"/>
              </a:rPr>
              <a:t>Todos se resolvem com restrição.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pipeline inteiro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INTAKE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solução nova ou
feature existente?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54504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73376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REQUISITOS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verificáveis +
as ambiguidades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5064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6951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PLANO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work items,
dependências, ondas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4677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6565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APROVAÇÃO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decisão
humana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291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6178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ISSUES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uma por
work item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3905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5792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AGENTES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em paralelo,
um worktree cada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3518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406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GATE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format, build,
testes, segredos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03132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019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PR POR ITEM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unidade de
revisão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227462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46334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PR DE ENTREGA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merge é
humano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7939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Dois portões humanos: </a:t>
            </a:r>
            <a:r>
              <a:rPr sz="1900" b="0">
                <a:solidFill>
                  <a:srgbClr val="E6EDF3"/>
                </a:solidFill>
                <a:latin typeface="Segoe UI"/>
              </a:rPr>
              <a:t>nada é escrito no GitHub antes da aprovação do plano, e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merge acontece sem uma pessoa.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Entre eles, a fábrica é autônoma — e cada ação irreversível passa por uma verificação determinística.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está por baixo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Orquestração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77393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Agent Framework 1.22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AIAgent, AgentSession, saída estruturada com schema, middleware, OpenTelemetry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Modelos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78608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Foundry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Entra ID, sem nenhuma chave de API. disableLocalAuth no recurso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Quem escreve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BC8CFF"/>
                </a:solidFill>
                <a:latin typeface="Segoe UI"/>
              </a:rPr>
              <a:t>GitHub Copilot SDK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CopilotClient dirigido in-process, exposto como um AIAgent qualquer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Isolamento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187952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git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por issue, com COPILOT_HOME próprio e artefatos fora da árvore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Tarefas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9262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GitHub Issues + PRs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gh CLI — todo comando é copiável pela plateia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Apresentação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9729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9198A1"/>
                </a:solidFill>
                <a:latin typeface="Segoe UI"/>
              </a:rPr>
              <a:t>Console + Blazor + Aspire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Mesmo fluxo de eventos nos dois; o dashboard do Aspire mostra os spans GenAI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Sete papéis, e só um escreve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Transcript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78308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Decisões, requisitos e — o que importa — as pendências não resolvidas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Intake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50008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gpt-5.4-mini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957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Greenfield ou brownfield? Lê o repositório antes de opinar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Requirements 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2916936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626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Requisitos verificáveis + no máximo 5 perguntas ao 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112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Architect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483864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2958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Work items, dependências, ondas de paralelismo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Plan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05079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Revisa o plano antes de qualquer issue existir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Code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617720"/>
            <a:ext cx="122986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gpt-5.3-codex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63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Lê o diff citando o identificador da regra violada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76672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BC8CFF"/>
                </a:solidFill>
                <a:latin typeface="Segoe UI"/>
              </a:rPr>
              <a:t>Implementer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1">
                <a:solidFill>
                  <a:srgbClr val="BC8CFF"/>
                </a:solidFill>
                <a:latin typeface="Consolas"/>
              </a:rPr>
              <a:t>GitHub Copilot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0">
                <a:solidFill>
                  <a:srgbClr val="E6EDF3"/>
                </a:solidFill>
                <a:latin typeface="Segoe UI"/>
              </a:rPr>
              <a:t>Escreve o código, em worktree isolado. É o único que pode.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1 — quem tem autoridade para dizer 'está pronto'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O que não pode decidir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"Implementei e testei, está tudo funcionando."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É a opinião do agente sobre o próprio trabalho. Não é evidência.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O que decide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build -warnaserror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test              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Um programa, com a mesma resposta toda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336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gate roda sete etapas, e todas têm que passar: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9087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7068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9172" y="4690872"/>
            <a:ext cx="161848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build -warnaserror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3964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6068" y="4690872"/>
            <a:ext cx="146304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vulnerabilidades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5412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escopo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7516" y="469087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segredos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Nenhum pull request é aberto sem isso. </a:t>
            </a:r>
            <a:r>
              <a:rPr sz="1800" b="0">
                <a:solidFill>
                  <a:srgbClr val="9198A1"/>
                </a:solidFill>
                <a:latin typeface="Segoe UI"/>
              </a:rPr>
              <a:t>Num sistema autônomo, a única coisa em que você pode confiar é no que um programa verificou.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2 — a regra que faz o paralelismo funcionar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Dois work items da mesma onda nunca declaram o mesmo arquivo.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Quando dois itens querem o mesmo arquivo, existem exatamente três saídas honestas: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Sequenciar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mover um para uma onda posterior, com dependência declarada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Extrair uma costura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item anterior cria a interface que permite trabalhar em paralelo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1596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Fundir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se são pequenos e inseparáveis, são um item só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064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E aqui está o pulo do gato: </a:t>
            </a:r>
            <a:r>
              <a:rPr sz="1900" b="1">
                <a:solidFill>
                  <a:srgbClr val="FFFFFF"/>
                </a:solidFill>
                <a:latin typeface="Segoe UI"/>
              </a:rPr>
              <a:t>essa regra é verificada por código, não confiada ao modelo.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onsolas"/>
              </a:rPr>
              <a:t>PlanValidator</a:t>
            </a:r>
            <a:r>
              <a:rPr sz="1500" b="0">
                <a:solidFill>
                  <a:srgbClr val="9198A1"/>
                </a:solidFill>
                <a:latin typeface="Segoe UI"/>
              </a:rPr>
              <a:t>  — 11 verificações determinísticas no plano que o modelo produziu, antes de qualquer issue existir.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1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Pré-requisitos, com diagnóstico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Nada de 'algo deu errado'. Cada item reprovado vem com o comando que corrige.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560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doctor --probe-models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.NET SDK                   10.0.401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GitHub CLI                 2.101.0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F85149"/>
                </a:solidFill>
                <a:latin typeface="Consolas"/>
              </a:rPr>
              <a:t>  ✖  GitHub token scopes        'repo'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   → gh auth refresh -h github.com -s workflow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Microsoft Foundry          gpt-5.5 · 36946 ms · "Olá, TDC!"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doctor faz uma chamada REAL a cada modelo — não só testa configuração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Cada falha traz o comando exato, não uma mensagem genérica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regras da empresa não vivem num prompt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contrato de trabalho — lido pelo Copilot CLI e injetado no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docs/engineering-rules.md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3774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as regras, com identificador estável: ENG-042, SEC-004, TST-004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.github/copilot-instructions.md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926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.github/instructions/*.md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por caminho de arquivo, aplicadas automaticamente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050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.github/agents/*.md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4023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agentes customizados: implementer, planner, reviewer, test-author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.github/skills/&lt;nome&gt;/SKILL.md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720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habilidades reutilizáveis, carregadas sob demanda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85232"/>
            <a:ext cx="10637215" cy="11887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Tudo isso é arquivo versionado, revisável em pull request.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Para adaptar à sua empresa você edita dois arquivos. </a:t>
            </a:r>
            <a:r>
              <a:rPr sz="1600" b="1">
                <a:solidFill>
                  <a:srgbClr val="E6EDF3"/>
                </a:solidFill>
                <a:latin typeface="Segoe UI"/>
              </a:rPr>
              <a:t>Nenhuma linha de C#.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regra que ninguém aplica é um comentário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879" y="189280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1051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dotnet format --verify-no-changes reprova o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Directory.Build.props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79" y="231343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3113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TreatWarningsAsErrors + analisadores como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 (CA5xxx)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54879" y="2734056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toda regra de segurança do .NET escalada para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Directory.Packages.props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54879" y="3154680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07238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Central Package Management: nenhuma versão solta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engineering-rules.md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54879" y="3575304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9300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citada por identificador em cada apontamento bloqueante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AGENTS.md §3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754879" y="399592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91363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regras invioláveis — o agente é instruído a recusar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CopilotOptions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754879" y="441655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33425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a política de permissões impede tecnicamente, não pede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919472"/>
            <a:ext cx="10637215" cy="1417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85149"/>
                </a:solidFill>
                <a:latin typeface="Consolas"/>
              </a:rPr>
              <a:t>"rule": "SEC-004",   "severity": "blocking",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6EDF3"/>
                </a:solidFill>
                <a:latin typeface="Consolas"/>
              </a:rPr>
              <a:t>"file": "src/Tools/Git/GitCli.cs",   "line": 88,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198A1"/>
                </a:solidFill>
                <a:latin typeface="Consolas"/>
              </a:rPr>
              <a:t>"finding": "ProcessStartInfo.Arguments montado por concatenação...",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FB950"/>
                </a:solidFill>
                <a:latin typeface="Consolas"/>
              </a:rPr>
              <a:t>"fix": "Trocar para ArgumentList.Add(...) por argumento."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2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Da reunião ao requisito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A transcrição de uma reunião de levantamento, com as patologias de uma reunião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--transcript samples/meeting-transcripts/kickoff-catalogo.md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transcript-analyst   5 decisões · 3 pendências · 1 suposição não compartilhada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requirements-analyst 21 requisitos, 7 suposições declaradas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◆ requirements-analyst 4 perguntas para 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teste de fogo: o agente lista o p95 como PENDÊNCIA, ou registra como requisito?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gabarito está no fim do próprio arquivo da transcrição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DA REUNIÃO AO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valor não é resumir a reunião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[03:10] Juliana:  Dá pra trabalhar com p95 abaixo de 300 ms?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[03:20] Renata:   Se for isso eu assino embaixo.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29922"/>
                </a:solidFill>
                <a:latin typeface="Consolas"/>
              </a:rPr>
              <a:t>[03:24] Caio:     Anota como meta, não como SLA.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O que um resumo comum produz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RNF-03: p95 &lt; 300 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Requisito acordado. Vai para o plano, vira critério de aceite, alguém implementa.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E está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O que o analista precisa produzir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PENDÊNCIA não resolvida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Três pessoas, dois entendimentos, zero reconciliação. Todo mundo saiu da sala achando que estava combinado.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23560"/>
            <a:ext cx="10637215" cy="7315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Separar o que foi decidido do que só pareceu decidido.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Perguntar bem é mais difícil que responder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Pergunta inútil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"Qual estratégia de cache você prefere?"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Aberta. Quem responde precisa já saber a resposta — e se soubesse, não precisaria do agente.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Pergunta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"Os pedidos precisam sobreviver a uma queda antes da confirmação?"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Sim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outbox + fila, +3 issues, +1 dia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Não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chamada síncrona, plano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07992"/>
            <a:ext cx="106372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No máximo 5 por rodada.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paciência de quem responde é finita — numa palestra, mais ainda.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Cada opção mostra o impacto no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escolha é entre consequências, não entre rótulos.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Toda pergunta tem um padrão declarado. </a:t>
            </a:r>
            <a:r>
              <a:rPr sz="1600" b="0">
                <a:solidFill>
                  <a:srgbClr val="9198A1"/>
                </a:solidFill>
                <a:latin typeface="Segoe UI"/>
              </a:rPr>
              <a:t>O sistema tem que poder seguir sozinho.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Só pergunta o que muda 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Se dá para decidir sozinho, decide — e registra como suposição contestável.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PLANO E PARALELISMO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Dois revisores de plano, com autoridades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VALIDADOR DETERMINÍSTICO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o portão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11 verificações com resposta certa: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conflito de arquivo na mesma onda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dependência em onda posterior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ciclo no grafo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item grande demais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de aceite ausente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requisito sem cobertura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D29922"/>
                </a:solidFill>
                <a:latin typeface="Segoe UI"/>
              </a:rPr>
              <a:t>AGENTE CRÍTICO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conselho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Procura o que um programa não vê: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acoplamento escondido entre itens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que nenhum teste resolve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trabalho transversal esquecido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escopo que cresceu sozinho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Em três execuções o crítico nunca aprovou. </a:t>
            </a:r>
            <a:r>
              <a:rPr sz="1800" b="0">
                <a:solidFill>
                  <a:srgbClr val="E6EDF3"/>
                </a:solidFill>
                <a:latin typeface="Segoe UI"/>
              </a:rPr>
              <a:t>Um modelo revisor sempre acha mais uma coisa a dizer.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 correção foi hierárquica, não de prompt: validador limpo + uma rodada de crítica bastam, e o resto vai para o humano. 8,0 min → 5,9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3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Cinco agentes, três ondas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Cada um em seu worktree, com o gate determinístico decidindo no fim de cada 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--request "..." --parallel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1/3: 1 agente     →  Gate aprovado  →  PR #11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2/3: 2 agentes    →  Gate aprovado  →  PR #12, #13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3/3: 2 agentes    →  Gate aprovado  →  PR #14, #15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5/5 aprovados no gate · 40,3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o dashboard do Aspire: spans GenAI ao vivo, com tokens e latência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Se o gate reprovar, PARE e mostre o diagnóstico voltando para o agente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acontece quando o gate reprova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8653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agente diz que terminou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48716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gate roda e discorda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54096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31089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diagnóstico do compilador volta verbatim para o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75888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73075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Ele corrige e roda de novo — até 2 tentativas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525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Esgotou? PR aberto como draft, marcado needs-human, com o diagnóstico no corpo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37744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 isso acontecer ao vivo hoje, é para comemorar.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Um sistema autônomo que nunca é contrariado não está sendo verificado. A parte interessante não é o agente acertar de primeira — é o que acontece quando ele erra.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 agente autônomo é uma superfície de ataque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Agência excessiva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83080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git push, gh pr e az são NEGADOS pela política. Negação vence qualquer aprovação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Prompt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386584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32304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Transcrição, README e issue entram delimitados como dado, nunca como instrução.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Exfiltração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990088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3580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Fetch restrito a allow-list. .env, .ssh e .pem negados na leitura.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Escape de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Caminho normalizado e comparado com separador final. C:\wt\i42-evil não satisfaz C:\wt\i42.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Injeção de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4281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ArgumentList sempre. Há teste que passa `a &amp;&amp; whoami` como argumento e confere o round-trip.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Segredos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80060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SEC-001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463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Zero chave no repositório. Foundry com disableLocalAuth. Varredura no diff antes do PR.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68696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Dentro do worktree o agente é autônomo. Fora dele, é impotente.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4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Os pull requests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Dois níveis: os PRs por item são as unidades de revisão. O PR de entrega é o portão.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gh pr list --repo magoolation/squad-demo-catalogo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#27  [agent-generated]  feat: catálogo   agent/run-... → main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#15  [area:api]   feat: exponha get products com logs e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#13  [area:core]  feat: implemente validação filtros e paginação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#11  [area:infra] build: crie a base .net e os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um PR de item: tabela do gate, apontamento citando TST-004 com arquivo:linha, procedência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Depois abra o #27: o que entrou, o que NÃO entrou, e 'O merge é seu.'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A PARTE QUE VOCÊ NÃO ENCONTRA EM BLOG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Oito coisas que quebraram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9198A1"/>
                </a:solidFill>
                <a:latin typeface="Segoe UI"/>
              </a:rPr>
              <a:t>e o que cada uma ensinou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Nenhuma delas aparece em teste unitário. Todas apareceram rodando o sistema de verdade, contra a nuvem de verdade, num repositório de verdade.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1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Os nomes mudaram, e o seu código de blog post quebrou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Azure AI Foundry virou Microsoft Foundry. O papel "Azure AI User" virou "Foundry User". Microsoft.Agents.AI.AzureAI foi abandonado. CreateAIAgent virou AsAIAgent. AgentThread virou AgentSession.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Aspire.Hosting.Azure.AIFoundry   →   Aspire.Hosting.Foundry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AddAzureAIFoundry(...)           →   AddFoundry(...)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Microsoft.Agents.AI.AzureAI      →   Microsoft.Agents.AI.Foundry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Amarre por GUID, não por nome. Trate a documentação como sugestão e o compilador como autoridade — encontrei erro em página de doc atualizada dois dias 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2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Modelo de raciocínio rejeita temperature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gpt-5.5 responde HTTP 400: "Unsupported parameter: 'temperature' is not supported with this model". gpt-5.4-mini, no mesmo projeto, aceita normalmente.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HTTP 400 (invalid_request_error)  Parameter: temperature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Enviar temperature incondicionalmente acopla a escolha do modelo à configuração de sampling. Trocar por um modelo melhor quebra o pipeline na primeira chamada. Saída estruturada com schema já é o que restringe esses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3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Cota e Marketplace: duas paredes antes do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Uma assinatura pode estar habilitada para um modelo e ter cota ZERO — o deployment falha no preflight. E modelos parceiros (Anthropic, xAI, Mistral) são compra de Marketplace: exigem modelProviderData e um método de pagamento válido.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InsufficientQuota: requires 50 new capacity, available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Marketplace purchase eligibility check failed: no valid payment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Rode az cognitiveservices usage list ANTES de escrever o Bicep. E antes de ensaiar a palestra. Modelos OpenAI são vendidos direto pela Azure e não têm nenhum dos dois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4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git worktree no Windows não é atômico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Quando worktree remove não consegue apagar o diretório — e um processo apenas tê-lo como diretório atual já basta — ele JÁ apagou os arquivos e JÁ desregistrou o worktree. Retry dá "is not a working tree".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error: failed to delete '...': Permission denied   (exit 255)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fatal: '...' is not a working tree                  (exit 128)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 recuperação é sistema de arquivos, não git. E derrube os build servers antes: nós do MSBuild seguram assemblies de analisador por 15 minutos — medido com PIDs estáveis.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5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NUGET_SCRATCH dividido corrompe o cache para sempre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Os locks entre processos do NuGet vivem em %TEMP%\NuGetScratch, não na pasta de pacotes. Com pasta compartilhada e scratch por worker: 24 de 24 restores concorrentes falharam.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NU5037: The package is missing the required nuspec 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 a corrupção é PERMANENTE: todo pacote fica com o marcador de conclusão mas sem o .nuspec, e restores seriais posteriores falham até limpar o cache na mão. Um scratch para todos: 0 falhas em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6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gate culpava o agente por um bug meu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--artifacts-path realoca obj/ além de bin/. Eu passava no build mas não no restore. O build falhava com NETSDK1004, e a falha se parecia exatamente com código quebrado.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 NETSDK1004: Assets file 'obj/project.assets.json' not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Um gate que culpa a parte errada é pior do que gate nenhum: fez um agente correto parecer incompetente e queimou as tentativas de reparo consertando algo que nunca esteve errado. Rodei o gate à mão no código dele: passava inteiro, com 6 testes.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7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ondas não enxergavam umas às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Todo worktree ramificava de main e todo PR mirava main. Como o merge é humano e os PRs ficam abertos, a onda 2 nunca via o trabalho da onda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PR da onda 3 continha a solução inteira, não só a sua mudança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Cada agente reconstruía a fundação do zero, e os cinco PRs conflitariam entre si no merge. A correção: um branch de integração por execução. As ondas acumulam nele, os PRs miram nele, e um único merge humano entrega o conjunto.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8 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correção do achado 7 fechou PRs que ninguém revisou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Integrar uma onda faz os commits dos PRs dela virarem alcançáveis pela base. O GitHub então marca esses PRs como MERGED sozinho. Três deles, sem revisão humana nenhuma.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#24 #25 #26  MERGED  — nenhum humano abriu esses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FB950"/>
                </a:solidFill>
                <a:latin typeface="Consolas"/>
              </a:rPr>
              <a:t>#27  DRAFT  agent/run-... → main  — este é o portão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É comportamento normal de stacked PRs, não bug — mas a execução terminava sem nada para aprovar, e isso contradiz a regra que está no slide anterior. Faltava a última peça: um PR de entrega, do branch de integração para main. Os PRs por item são unidades de REVISÃO; o de entrega é o PORTÃO.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OS ACHADOS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padrão por trás dos oito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era sobre o modelo.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eram integração, versão, permissão ou hierarquia de autoridade.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aparecia em teste unitário.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apareceram rodando contra a nuvem de verdade.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Quatro só apareceram depois de 10 minutos de execução.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Por isso cada integração arriscada virou um diagnóstico que roda em segundos.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O mais caro foi o que culpava a parte errada.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gate com bug faz um agente correto parecer incompetente — e queima as tentativas de reparo.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Um deles foi criado pela correção de outro. </a:t>
            </a:r>
            <a:r>
              <a:rPr sz="1900" b="0">
                <a:solidFill>
                  <a:srgbClr val="9198A1"/>
                </a:solidFill>
                <a:latin typeface="Segoe UI"/>
              </a:rPr>
              <a:t>Consertar o fluxo das ondas passou a fechar PRs que ninguém revisou. Toda correção merece a mesma desconfiança.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7215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Se você for construir algo assim, orce o dobro do tempo para integração — e nada para 'fazer o modelo entender'.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modelo é a parte que já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onde começar na segunda-feira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92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Escreva as regras antes do agente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docs/engineering-rules.md com identificador estável. Sem isso, você não tem como dizer se o agente acertou.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27066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Automatize o gate para humanos primeiro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Se o seu CI não reprova um PR humano mal formatado, ele não vai reprovar o de um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6210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Um agente, uma issue, um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Não comece com cinco. Faça um funcionar de ponta a ponta, incluindo o PR.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537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5354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Só então paralelize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E no minuto em que paralelizar, implemente a regra do conflito de arquivo.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9922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4498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Meça antes de otimizar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Quanto custa uma execução? Quantos reparos por item? Onde o tempo vai?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não negociar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Verificação determinística. </a:t>
            </a:r>
            <a:r>
              <a:rPr sz="1800" b="0">
                <a:solidFill>
                  <a:srgbClr val="9198A1"/>
                </a:solidFill>
                <a:latin typeface="Segoe UI"/>
              </a:rPr>
              <a:t>O modelo produz, o programa verifica. Sempre.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Um PR que proponha mexer no main. </a:t>
            </a:r>
            <a:r>
              <a:rPr sz="1800" b="0">
                <a:solidFill>
                  <a:srgbClr val="9198A1"/>
                </a:solidFill>
                <a:latin typeface="Segoe UI"/>
              </a:rPr>
              <a:t>E que nenhum agente tenha permissão de aprovar.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Sandbox técnico, não instrução.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Impedir é diferente de pedir. Numa auditoria, muito diferente.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Teto de gasto e de iteração.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Tentativas, timeout por agente, timeout por execução, limite de concorrência.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Auditabilidade.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Prompt, modelo, tokens, ferramentas chamadas, permissões negadas e diff — tudo gravado.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Transparência. </a:t>
            </a:r>
            <a:r>
              <a:rPr sz="1800" b="0">
                <a:solidFill>
                  <a:srgbClr val="9198A1"/>
                </a:solidFill>
                <a:latin typeface="Segoe UI"/>
              </a:rPr>
              <a:t>Todo PR de agente é rotulado e declara qual modelo o produziu.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94960"/>
            <a:ext cx="10637215" cy="7772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Essas seis coisas são o que separa uma demo de um sistema que você pode colocar numa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HONESTIDADE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eu não resolvi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Custo real por entrega.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Medi tempo, não dinheiro. Uma execução de 40 min consome tokens de 6 agentes.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Brownfield grande de verdade.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Validei greenfield e mudanças pequenas. Repositório legado de 500 mil linhas é outro problema.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Retomada de execução.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Uma execução interrompida recomeça do zero. O journal preserva o histórico, mas não o estado.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Qualidade sustentada. </a:t>
            </a:r>
            <a:r>
              <a:rPr sz="1800" b="0">
                <a:solidFill>
                  <a:srgbClr val="9198A1"/>
                </a:solidFill>
                <a:latin typeface="Segoe UI"/>
              </a:rPr>
              <a:t>Cinco PRs aprovados no gate não são cinco PRs que eu mandaria para produção sem ler.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O crítico ainda é barulhento.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Melhorou com a mudança de hierarquia, mas ainda aponta mais do que deveria.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0352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Se alguém te vender isso como resolvido, desconfie. É promissor, e está longe de pronto.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PARA LEVAR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O gargalo não é escrever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9198A1"/>
                </a:solidFill>
                <a:latin typeface="Segoe UI"/>
              </a:rPr>
              <a:t>É decidir o que escrever, coordenar quem escreve, e verificar.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65760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modelo produz. O programa verifica.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Restrição é o que faz paralelismo funcionar — não inteligência.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As regras da sua empresa são arquivo versionado, não prompt escondido.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merge continua sendo humano. Isso não é limitação, é o desenho.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Perguntas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198A1"/>
                </a:solidFill>
                <a:latin typeface="Segoe UI"/>
              </a:rPr>
              <a:t>e depois um café, se você quiser continuar a conversa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79476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Todo o código, as regras, o runbook e a transcrição de exemplo: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800"/>
              </a:spcAft>
            </a:pPr>
            <a:r>
              <a:rPr sz="2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Alexandre Costa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[@seu-linkedin]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[seu-email]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